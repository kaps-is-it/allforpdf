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Converti Presentation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tests PPTX, PPT, and ODP conversion.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